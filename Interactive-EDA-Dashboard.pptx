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anose="020F0502020204030204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66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483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EDA Dashboard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2248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Science (24AD3107) | Academic Year 2026–2027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37532"/>
            <a:ext cx="6296860" cy="1693962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22367" y="282654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3235226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Y. Revanth (2420030605)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G. Rithwik (2420030415)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 Nikitha (2420030505)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4520505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22367" y="470951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Guide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2367" y="511819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N. Sunanda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72889"/>
            <a:ext cx="3654135" cy="36542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52538" y="1914327"/>
            <a:ext cx="574561" cy="143470"/>
          </a:xfrm>
          <a:prstGeom prst="roundRect">
            <a:avLst>
              <a:gd name="adj" fmla="val 7905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609191" y="1942604"/>
            <a:ext cx="107084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552538" y="2076648"/>
            <a:ext cx="6983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Exploratory Data Analysis?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552538" y="2419152"/>
            <a:ext cx="698393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 is the </a:t>
            </a:r>
            <a:r>
              <a:rPr lang="en-US" sz="7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first critical step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understanding raw datasets before deeper analysis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datasets are often large, unstructured, and difficult to interpret directly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exploration requires multiple steps: inspection, cleaning, visualization, and interpretation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tools streamline this process and reveal </a:t>
            </a:r>
            <a:r>
              <a:rPr lang="en-US" sz="7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hidden patterns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830" y="4333280"/>
            <a:ext cx="8452035" cy="38683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1606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41783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352827" y="7130167"/>
            <a:ext cx="1586817" cy="611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Exploration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320397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Raw Dataset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749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&amp; Objectives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51273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35560"/>
            <a:ext cx="2917851" cy="345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datasets are difficult to understand; manual analysis is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time-consuming and error-prone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missing values, duplicates, and inconsistencies requires significant effort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visualizations manually requires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coding expertise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251273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Goals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2735560"/>
            <a:ext cx="2917851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Simplify EDA and make it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accessible to all skill levels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detect data-quality issues and generate visualizations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interactive exploration and pattern discovery in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unified platform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1747"/>
            <a:ext cx="127145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698401"/>
            <a:ext cx="165423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44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786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unified, user-friendly platform automating the entire exploratory data analysis workflow: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3652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Upload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file upload interface for instant onboarding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393652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 Preprocessing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363135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inspection and quality checks, automatically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393652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Statistical Summary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Descriptive statistics and data profiling at a glance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93915"/>
            <a:ext cx="472468" cy="472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5202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Visualizations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61475" y="5611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chart types generated automatically</a:t>
            </a:r>
            <a:endParaRPr lang="en-US" sz="14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493915"/>
            <a:ext cx="472468" cy="472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63135" y="5202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 Generation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4363135" y="5611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Patterns, relationships, and anomalies identified instantly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8764"/>
            <a:ext cx="911004" cy="197346"/>
          </a:xfrm>
          <a:prstGeom prst="roundRect">
            <a:avLst>
              <a:gd name="adj" fmla="val 7902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9360" y="627658"/>
            <a:ext cx="1364819" cy="11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21829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Workflow &amp; Methodology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2163"/>
            <a:ext cx="6953771" cy="1906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28" y="3551175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&amp; Parse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99728" y="3981004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CSV/Excel upload and dataset reading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917961" y="3335739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Inspect &amp; Clean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917961" y="3765567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structure, missing values, duplicates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62952" y="3551175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Summarize &amp; Visualize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62952" y="3981004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summary, charts, heatmaps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94563" y="3462743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&amp; Discover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94563" y="3892572"/>
            <a:ext cx="1050817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correlations, outliers, patterns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38492" y="1462286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8492" y="1663998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38492" y="1766987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Dataset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38492" y="2059285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CSV, Excel, or similar format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8492" y="2421434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38492" y="2610148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938492" y="2726134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Inspect Structure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938492" y="3018433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Rows, columns, and data types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38492" y="3380581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38492" y="3556397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938492" y="3685282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Check Data Quality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938492" y="3977580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values, duplicates, inconsistencies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38492" y="4339729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38492" y="4502547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938492" y="4644430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Statistical Summary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938492" y="4936728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Mean, median, std dev, quartiles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38492" y="5298877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38492" y="5448796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938492" y="5603577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Visualize &amp; Analyze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938492" y="5895876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Charts, correlations, outlier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01341"/>
            <a:ext cx="942158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2057995"/>
            <a:ext cx="13249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640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&amp; Visualizations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38202"/>
            <a:ext cx="762378" cy="7623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0087" y="3238202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Bar Chart &amp; Histogram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660087" y="3942159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categorical values and visualize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distribution of numerical data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clarity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238202"/>
            <a:ext cx="762378" cy="7623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1746" y="3238202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Box Plot &amp; Scatter Plot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361746" y="3646884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Identify outliers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reveal relationships between variables through interactive plots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238202"/>
            <a:ext cx="762378" cy="7623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63406" y="3238202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Correlation Heatmap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063406" y="3646884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 dependencies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variables in a single, comprehensive view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936"/>
            <a:ext cx="1291201" cy="246856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8905" y="615652"/>
            <a:ext cx="170592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9553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UI Design &amp; Technology Stack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2600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Layout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6775"/>
            <a:ext cx="2548370" cy="1239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140" y="2318246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Panel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9140" y="2711549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interface and file information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343" y="2136775"/>
            <a:ext cx="2548370" cy="12394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7007" y="2318246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Left Sidebar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607007" y="2711549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 controls and filters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15717"/>
            <a:ext cx="2548370" cy="12394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140" y="3697188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Area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19140" y="4090491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preview and interactive visualizations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343" y="3515717"/>
            <a:ext cx="2548370" cy="12394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07007" y="3697188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 Panel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3607007" y="4090491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 summary and correlation heatmap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94659"/>
            <a:ext cx="2548370" cy="12394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9140" y="5076130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Bottom Section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919140" y="5469434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Auto-generated insights and findings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300332" y="172600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300332" y="2136775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6462749" y="2299196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462749" y="2692499"/>
            <a:ext cx="222353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programming language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988200" y="2136775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9150617" y="2299196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Pandas &amp; NumPy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150617" y="2692499"/>
            <a:ext cx="22235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manipulation and numerical operations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300332" y="3477617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6462749" y="3640038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Matplotlib &amp; Seaborn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462749" y="4033341"/>
            <a:ext cx="222353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visualization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988200" y="3477617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9150617" y="3640038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9150617" y="4033341"/>
            <a:ext cx="22235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web-based dashboard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622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&amp; Expected Results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2537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Benefits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09664"/>
            <a:ext cx="2917851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hours of manual analysis to minutes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non-technical users to perform professional-grade EDA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identifies data-quality issues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Reveals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hidden patterns and relationships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effortlessly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225377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Insights Delivered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004939"/>
            <a:ext cx="2917851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structure understanding and profiling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 and duplicate identification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visualization and outlier detection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discovery and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actionable pattern recognition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8043"/>
            <a:ext cx="138545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1384697"/>
            <a:ext cx="17682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907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 &amp; Enhancements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4904"/>
            <a:ext cx="3622882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Expanded Data Sources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JSON, SQL databases, and live API integration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564904"/>
            <a:ext cx="362288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364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ML-Assisted Analysis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473364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anomaly detection, clustering, and hypothesis testing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564904"/>
            <a:ext cx="3622882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6246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Export &amp; Reporting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96246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Exportable PDF, PNG, HTML reports and real-time data streaming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1475" y="49251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filtering, interactive drill-down, and automated insight generation are also planned to further elevate the platform's analytical depth.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762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1744365"/>
            <a:ext cx="601339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EDA Dashboard transforms exploratory data analysis from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time-consuming, manual process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an efficient, intuitive, and accessible workflow.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1531739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1475" y="307687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automating data inspection, quality checks, and visualization generation, it empowers users to uncover patterns, identify data-quality issues, and extract meaningful insights — all within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single, unified platform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4570016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Slab</vt:lpstr>
      <vt:lpstr>Roboto Bold</vt:lpstr>
      <vt:lpstr>Roboto Slab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Rithwik sai</cp:lastModifiedBy>
  <cp:revision>2</cp:revision>
  <dcterms:created xsi:type="dcterms:W3CDTF">2026-09-12T06:49:06Z</dcterms:created>
  <dcterms:modified xsi:type="dcterms:W3CDTF">2026-09-12T06:49:52Z</dcterms:modified>
</cp:coreProperties>
</file>